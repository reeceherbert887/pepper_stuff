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verte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685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vert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03" y="685800"/>
            <a:ext cx="405094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vert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03" y="685800"/>
            <a:ext cx="405094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vert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03" y="685800"/>
            <a:ext cx="405094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